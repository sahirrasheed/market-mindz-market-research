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D8B5"/>
    <a:srgbClr val="49BBD1"/>
    <a:srgbClr val="31828E"/>
    <a:srgbClr val="1437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07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88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10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7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40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6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5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0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575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406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598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7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581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046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15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C026238-21F5-450F-943E-5C4A9E22498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201B1C2-14D4-4449-9909-D73E80B62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27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" y="0"/>
            <a:ext cx="12188952" cy="576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Campaign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" y="6501384"/>
            <a:ext cx="12188952" cy="3566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Sahir</a:t>
            </a:r>
            <a:endParaRPr lang="en-IN" sz="1600" spc="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" y="6446487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 17"/>
          <p:cNvSpPr/>
          <p:nvPr/>
        </p:nvSpPr>
        <p:spPr>
          <a:xfrm rot="13766563">
            <a:off x="3645335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 18"/>
          <p:cNvSpPr/>
          <p:nvPr/>
        </p:nvSpPr>
        <p:spPr>
          <a:xfrm rot="13766563">
            <a:off x="5724427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 19"/>
          <p:cNvSpPr/>
          <p:nvPr/>
        </p:nvSpPr>
        <p:spPr>
          <a:xfrm rot="13766563">
            <a:off x="7803519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0"/>
          <p:cNvSpPr/>
          <p:nvPr/>
        </p:nvSpPr>
        <p:spPr>
          <a:xfrm rot="13766563">
            <a:off x="9882611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14373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566225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9909265" y="48638"/>
            <a:ext cx="2347117" cy="369332"/>
          </a:xfrm>
          <a:prstGeom prst="rect">
            <a:avLst/>
          </a:prstGeom>
          <a:effectLst>
            <a:glow rad="76200">
              <a:schemeClr val="accent6">
                <a:alpha val="30000"/>
              </a:schemeClr>
            </a:glow>
            <a:reflection blurRad="50800" stA="50000" endA="300" endPos="37000" dist="25400" dir="5400000" sy="-100000" algn="bl" rotWithShape="0"/>
          </a:effectLst>
        </p:spPr>
        <p:txBody>
          <a:bodyPr wrap="none">
            <a:spAutoFit/>
          </a:bodyPr>
          <a:lstStyle/>
          <a:p>
            <a:r>
              <a:rPr lang="en-US" dirty="0" smtClean="0">
                <a:effectLst>
                  <a:reflection blurRad="6350" stA="50000" endA="300" endPos="50000" dist="29997" dir="5400000" sy="-100000" algn="bl" rotWithShape="0"/>
                </a:effectLst>
                <a:latin typeface="Bauhaus 93" panose="04030905020B02020C02" pitchFamily="82" charset="0"/>
              </a:rPr>
              <a:t>MARKET           MINDZ</a:t>
            </a:r>
            <a:endParaRPr lang="en-IN" dirty="0">
              <a:effectLst>
                <a:reflection blurRad="6350" stA="50000" endA="300" endPos="50000" dist="29997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3088">
            <a:off x="10801662" y="46428"/>
            <a:ext cx="615419" cy="615419"/>
          </a:xfrm>
          <a:prstGeom prst="rect">
            <a:avLst/>
          </a:prstGeom>
          <a:effectLst>
            <a:glow rad="88900">
              <a:schemeClr val="tx1">
                <a:alpha val="34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90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" y="0"/>
            <a:ext cx="12188952" cy="576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Buyer Composition</a:t>
            </a:r>
            <a:endParaRPr lang="en-US" sz="2400" spc="300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" y="6501384"/>
            <a:ext cx="12188952" cy="3566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Sahir</a:t>
            </a:r>
            <a:endParaRPr lang="en-IN" sz="1600" spc="300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" y="6446487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 rot="13766563">
            <a:off x="3645335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9" name="Freeform 18"/>
          <p:cNvSpPr/>
          <p:nvPr/>
        </p:nvSpPr>
        <p:spPr>
          <a:xfrm rot="13766563">
            <a:off x="5724427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 rot="13766563">
            <a:off x="7803519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1" name="Freeform 20"/>
          <p:cNvSpPr/>
          <p:nvPr/>
        </p:nvSpPr>
        <p:spPr>
          <a:xfrm rot="13766563">
            <a:off x="9882611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14373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66225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895917" y="48638"/>
            <a:ext cx="2347117" cy="369332"/>
          </a:xfrm>
          <a:prstGeom prst="rect">
            <a:avLst/>
          </a:prstGeom>
          <a:effectLst>
            <a:glow rad="76200">
              <a:schemeClr val="accent6">
                <a:alpha val="30000"/>
              </a:schemeClr>
            </a:glow>
            <a:reflection blurRad="50800" stA="50000" endA="300" endPos="37000" dist="25400" dir="5400000" sy="-100000" algn="bl" rotWithShape="0"/>
          </a:effectLst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white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Bauhaus 93" panose="04030905020B02020C02" pitchFamily="82" charset="0"/>
              </a:rPr>
              <a:t>MARKET           MINDZ</a:t>
            </a:r>
            <a:endParaRPr lang="en-IN" dirty="0">
              <a:solidFill>
                <a:prstClr val="white"/>
              </a:solidFill>
              <a:effectLst>
                <a:reflection blurRad="6350" stA="50000" endA="300" endPos="50000" dist="29997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3088">
            <a:off x="10788314" y="46428"/>
            <a:ext cx="615419" cy="615419"/>
          </a:xfrm>
          <a:prstGeom prst="rect">
            <a:avLst/>
          </a:prstGeom>
          <a:effectLst>
            <a:glow rad="88900">
              <a:schemeClr val="tx1">
                <a:alpha val="34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919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" y="0"/>
            <a:ext cx="12188952" cy="576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Purchase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" y="6501384"/>
            <a:ext cx="12188952" cy="3566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Sahir</a:t>
            </a:r>
            <a:endParaRPr lang="en-IN" sz="1600" spc="300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" y="6446487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 rot="13766563">
            <a:off x="3645335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9" name="Freeform 18"/>
          <p:cNvSpPr/>
          <p:nvPr/>
        </p:nvSpPr>
        <p:spPr>
          <a:xfrm rot="13766563">
            <a:off x="5724427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 rot="13766563">
            <a:off x="7803519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1" name="Freeform 20"/>
          <p:cNvSpPr/>
          <p:nvPr/>
        </p:nvSpPr>
        <p:spPr>
          <a:xfrm rot="13766563">
            <a:off x="9882611" y="-1046543"/>
            <a:ext cx="2499983" cy="3113169"/>
          </a:xfrm>
          <a:custGeom>
            <a:avLst/>
            <a:gdLst>
              <a:gd name="connsiteX0" fmla="*/ 1729042 w 2499983"/>
              <a:gd name="connsiteY0" fmla="*/ 1786812 h 3113169"/>
              <a:gd name="connsiteX1" fmla="*/ 593930 w 2499983"/>
              <a:gd name="connsiteY1" fmla="*/ 3113169 h 3113169"/>
              <a:gd name="connsiteX2" fmla="*/ 390865 w 2499983"/>
              <a:gd name="connsiteY2" fmla="*/ 3091853 h 3113169"/>
              <a:gd name="connsiteX3" fmla="*/ 183178 w 2499983"/>
              <a:gd name="connsiteY3" fmla="*/ 3024719 h 3113169"/>
              <a:gd name="connsiteX4" fmla="*/ 0 w 2499983"/>
              <a:gd name="connsiteY4" fmla="*/ 2921185 h 3113169"/>
              <a:gd name="connsiteX5" fmla="*/ 2499983 w 2499983"/>
              <a:gd name="connsiteY5" fmla="*/ 0 h 3113169"/>
              <a:gd name="connsiteX6" fmla="*/ 2319693 w 2499983"/>
              <a:gd name="connsiteY6" fmla="*/ 241630 h 3113169"/>
              <a:gd name="connsiteX7" fmla="*/ 1732505 w 2499983"/>
              <a:gd name="connsiteY7" fmla="*/ 1717190 h 311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9983" h="3113169">
                <a:moveTo>
                  <a:pt x="1729042" y="1786812"/>
                </a:moveTo>
                <a:lnTo>
                  <a:pt x="593930" y="3113169"/>
                </a:lnTo>
                <a:lnTo>
                  <a:pt x="390865" y="3091853"/>
                </a:lnTo>
                <a:cubicBezTo>
                  <a:pt x="318840" y="3076505"/>
                  <a:pt x="249363" y="3053870"/>
                  <a:pt x="183178" y="3024719"/>
                </a:cubicBezTo>
                <a:lnTo>
                  <a:pt x="0" y="2921185"/>
                </a:lnTo>
                <a:lnTo>
                  <a:pt x="2499983" y="0"/>
                </a:lnTo>
                <a:lnTo>
                  <a:pt x="2319693" y="241630"/>
                </a:lnTo>
                <a:cubicBezTo>
                  <a:pt x="1977166" y="733483"/>
                  <a:pt x="1781437" y="1225336"/>
                  <a:pt x="1732505" y="1717190"/>
                </a:cubicBezTo>
                <a:close/>
              </a:path>
            </a:pathLst>
          </a:custGeom>
          <a:solidFill>
            <a:srgbClr val="14373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66225"/>
            <a:ext cx="12188952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4373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882569" y="48638"/>
            <a:ext cx="2347117" cy="369332"/>
          </a:xfrm>
          <a:prstGeom prst="rect">
            <a:avLst/>
          </a:prstGeom>
          <a:effectLst>
            <a:glow rad="76200">
              <a:schemeClr val="accent6">
                <a:alpha val="30000"/>
              </a:schemeClr>
            </a:glow>
            <a:reflection blurRad="50800" stA="50000" endA="300" endPos="37000" dist="25400" dir="5400000" sy="-100000" algn="bl" rotWithShape="0"/>
          </a:effectLst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white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Bauhaus 93" panose="04030905020B02020C02" pitchFamily="82" charset="0"/>
              </a:rPr>
              <a:t>MARKET           MINDZ</a:t>
            </a:r>
            <a:endParaRPr lang="en-IN" dirty="0">
              <a:solidFill>
                <a:prstClr val="white"/>
              </a:solidFill>
              <a:effectLst>
                <a:reflection blurRad="6350" stA="50000" endA="300" endPos="50000" dist="29997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3088">
            <a:off x="10774966" y="46428"/>
            <a:ext cx="615419" cy="615419"/>
          </a:xfrm>
          <a:prstGeom prst="rect">
            <a:avLst/>
          </a:prstGeom>
          <a:effectLst>
            <a:glow rad="88900">
              <a:schemeClr val="tx1">
                <a:alpha val="34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83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77</TotalTime>
  <Words>21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Bauhaus 93</vt:lpstr>
      <vt:lpstr>Corbel</vt:lpstr>
      <vt:lpstr>Depth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18</cp:revision>
  <dcterms:created xsi:type="dcterms:W3CDTF">2026-02-15T20:10:44Z</dcterms:created>
  <dcterms:modified xsi:type="dcterms:W3CDTF">2026-02-15T21:31:09Z</dcterms:modified>
</cp:coreProperties>
</file>